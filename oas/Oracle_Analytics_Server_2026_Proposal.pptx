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Oracle Analytics Server 2026 ご紹介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既存環境（OAS 2023）からの進化と移行のポイント</a:t>
            </a:r>
          </a:p>
          <a:p>
            <a:r>
              <a:t>オラクル営業担当より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OAS 2025/2026 機能強化の方向性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</a:pPr>
            <a:r>
              <a:t>Classic機能（Pixel Perfect Report等）の安定性維持と信頼性向上</a:t>
            </a:r>
          </a:p>
          <a:p>
            <a:pPr>
              <a:spcAft>
                <a:spcPts val="1000"/>
              </a:spcAft>
            </a:pPr>
            <a:r>
              <a:t>Pixel Perfect Reportingにおける大規模データ処理のパフォーマンス改善</a:t>
            </a:r>
          </a:p>
          <a:p>
            <a:pPr>
              <a:spcAft>
                <a:spcPts val="1000"/>
              </a:spcAft>
            </a:pPr>
            <a:r>
              <a:t>最新のセキュリティ規格（TLS 1.3等）への準拠とプラットフォームの堅牢化</a:t>
            </a:r>
          </a:p>
          <a:p>
            <a:pPr>
              <a:spcAft>
                <a:spcPts val="1000"/>
              </a:spcAft>
            </a:pPr>
            <a:r>
              <a:t>データ・ビジュアライゼーション（DV）とClassic機能のシームレスな連携強化</a:t>
            </a:r>
          </a:p>
          <a:p>
            <a:pPr>
              <a:spcAft>
                <a:spcPts val="1000"/>
              </a:spcAft>
            </a:pPr>
            <a:r>
              <a:t>AI/MLを活用した自動インサイト機能の統合拡大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サポート終了（削除済み）機能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</a:pPr>
            <a:r>
              <a:t>Oracle BI Mobile App（モバイル・アプリケーション）の完全廃止</a:t>
            </a:r>
          </a:p>
          <a:p>
            <a:pPr>
              <a:spcAft>
                <a:spcPts val="1000"/>
              </a:spcAft>
            </a:pPr>
            <a:r>
              <a:t>一部のレガシーなデータソース・コネクタの削除</a:t>
            </a:r>
          </a:p>
          <a:p>
            <a:pPr>
              <a:spcAft>
                <a:spcPts val="1000"/>
              </a:spcAft>
            </a:pPr>
            <a:r>
              <a:t>XMLP Security（従来型のXML Publisherセキュリティ・モデル）の提供終了</a:t>
            </a:r>
          </a:p>
          <a:p>
            <a:pPr>
              <a:spcAft>
                <a:spcPts val="1000"/>
              </a:spcAft>
            </a:pPr>
            <a:r>
              <a:t>Adobe Flashベースの古いUIコンポーネントの完全排除</a:t>
            </a:r>
          </a:p>
          <a:p>
            <a:pPr>
              <a:spcAft>
                <a:spcPts val="1000"/>
              </a:spcAft>
            </a:pPr>
            <a:r>
              <a:t>出典：What's Notable and Different in Oracle Analytics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非推奨・将来的なサポート終了予定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</a:pPr>
            <a:r>
              <a:t>Webベースのカタログ管理ツール（カタログ・マネージャ・オンライン版）</a:t>
            </a:r>
          </a:p>
          <a:p>
            <a:pPr>
              <a:spcAft>
                <a:spcPts val="1000"/>
              </a:spcAft>
            </a:pPr>
            <a:r>
              <a:t>一部の古いデータベース・バージョン（Oracle Database 12c等）への直接接続</a:t>
            </a:r>
          </a:p>
          <a:p>
            <a:pPr>
              <a:spcAft>
                <a:spcPts val="1000"/>
              </a:spcAft>
            </a:pPr>
            <a:r>
              <a:t>Internet Explorer 11以前のブラウザ・サポート停止（非推奨済み）</a:t>
            </a:r>
          </a:p>
          <a:p>
            <a:pPr>
              <a:spcAft>
                <a:spcPts val="1000"/>
              </a:spcAft>
            </a:pPr>
            <a:r>
              <a:t>特定のサードパーティ製グラフ・プラグイン（旧形式）</a:t>
            </a:r>
          </a:p>
          <a:p>
            <a:pPr>
              <a:spcAft>
                <a:spcPts val="1000"/>
              </a:spcAft>
            </a:pPr>
            <a:r>
              <a:t>出典：What's Notable and Different in Oracle Analytics Server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アップグレードにおける重要事項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</a:pPr>
            <a:r>
              <a:t>Java Development Kit (JDK) 17 または 21 へのアップデート必須化</a:t>
            </a:r>
          </a:p>
          <a:p>
            <a:pPr>
              <a:spcAft>
                <a:spcPts val="1000"/>
              </a:spcAft>
            </a:pPr>
            <a:r>
              <a:t>認定オペレーティング・システム（OS）の要件変更（最新カーネルへの対応）</a:t>
            </a:r>
          </a:p>
          <a:p>
            <a:pPr>
              <a:spcAft>
                <a:spcPts val="1000"/>
              </a:spcAft>
            </a:pPr>
            <a:r>
              <a:t>メタデータ・リポジトリ（RPD）のアップグレードと整合性チェックの実行</a:t>
            </a:r>
          </a:p>
          <a:p>
            <a:pPr>
              <a:spcAft>
                <a:spcPts val="1000"/>
              </a:spcAft>
            </a:pPr>
            <a:r>
              <a:t>カスタム・スキン/スタイルの再適用（UIフレームワーク更新に伴う調整）</a:t>
            </a:r>
          </a:p>
          <a:p>
            <a:pPr>
              <a:spcAft>
                <a:spcPts val="1000"/>
              </a:spcAft>
            </a:pPr>
            <a:r>
              <a:t>出典：What's Notable and Different in Oracle Analytics Server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次世代分析プラットフォームへの移行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</a:pPr>
            <a:r>
              <a:t>既存のClassic資産（Pixel Perfect等）を維持しつつの最新化</a:t>
            </a:r>
          </a:p>
          <a:p>
            <a:pPr>
              <a:spcAft>
                <a:spcPts val="1000"/>
              </a:spcAft>
            </a:pPr>
            <a:r>
              <a:t>セキュリティ・脆弱性への対応を強化した2026バージョンの採用</a:t>
            </a:r>
          </a:p>
          <a:p>
            <a:pPr>
              <a:spcAft>
                <a:spcPts val="1000"/>
              </a:spcAft>
            </a:pPr>
            <a:r>
              <a:t>将来的なAI活用を見据えた基盤の構築</a:t>
            </a:r>
          </a:p>
          <a:p>
            <a:pPr>
              <a:spcAft>
                <a:spcPts val="1000"/>
              </a:spcAft>
            </a:pPr>
            <a:r>
              <a:t>段階的なDV機能へのシフトとClassic機能の併用継続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