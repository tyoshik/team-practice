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Analytics Server 2026 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既存環境: OAS 2023 利用</a:t>
            </a:r>
          </a:p>
          <a:p>
            <a:r>
              <a:t>目的: 最新機能・変更点共有</a:t>
            </a:r>
          </a:p>
          <a:p>
            <a:r>
              <a:t>対象: Classic中心ユーザー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サポート終了機能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一部レガシー機能の削除</a:t>
            </a:r>
          </a:p>
          <a:p>
            <a:r>
              <a:t>旧UI/旧コンポーネントの非対応</a:t>
            </a:r>
          </a:p>
          <a:p>
            <a:r>
              <a:t>長期未更新機能の整理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非推奨・将来廃止予定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Classic依存機能の縮小</a:t>
            </a:r>
          </a:p>
          <a:p>
            <a:r>
              <a:t>旧レポート方式の非推奨化</a:t>
            </a:r>
          </a:p>
          <a:p>
            <a:r>
              <a:t>モダン機能への移行推奨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アップグレード時の注意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互換性確認の必要性</a:t>
            </a:r>
          </a:p>
          <a:p>
            <a:r>
              <a:t>Classicレポートの動作検証</a:t>
            </a:r>
          </a:p>
          <a:p>
            <a:r>
              <a:t>権限・設定の再確認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OAS 2025/2026 強化方針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モダン分析機能の強化</a:t>
            </a:r>
          </a:p>
          <a:p>
            <a:r>
              <a:t>可視化・操作性の改善</a:t>
            </a:r>
          </a:p>
          <a:p>
            <a:r>
              <a:t>クラウド連携の拡張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Classic機能の位置付け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継続利用は可能</a:t>
            </a:r>
          </a:p>
          <a:p>
            <a:r>
              <a:t>新規開発はモダン推奨</a:t>
            </a:r>
          </a:p>
          <a:p>
            <a:r>
              <a:t>段階的移行戦略が前提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Pixel Perfect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維持されるが優先度低下</a:t>
            </a:r>
          </a:p>
          <a:p>
            <a:r>
              <a:t>代替機能の活用推奨</a:t>
            </a:r>
          </a:p>
          <a:p>
            <a:r>
              <a:t>将来的な見直し対象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モダン化が主軸</a:t>
            </a:r>
          </a:p>
          <a:p>
            <a:r>
              <a:t>Classicは維持から移行へ</a:t>
            </a:r>
          </a:p>
          <a:p>
            <a:r>
              <a:t>早期検証・計画策定が重要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